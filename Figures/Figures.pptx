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2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3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3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2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3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C5002-FA7E-4101-9438-086DB00CFB0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54A97-0F2C-4223-9A61-CC6E2E2A9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7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microsoft.com/office/2007/relationships/hdphoto" Target="../media/hdphoto2.wdp"/><Relationship Id="rId17" Type="http://schemas.openxmlformats.org/officeDocument/2006/relationships/image" Target="../media/image13.png"/><Relationship Id="rId25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microsoft.com/office/2007/relationships/hdphoto" Target="../media/hdphoto3.wdp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microsoft.com/office/2007/relationships/hdphoto" Target="../media/hdphoto4.wdp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openxmlformats.org/officeDocument/2006/relationships/image" Target="../media/image19.png"/><Relationship Id="rId10" Type="http://schemas.openxmlformats.org/officeDocument/2006/relationships/image" Target="../media/image8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Relationship Id="rId22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21099958" flipH="1">
            <a:off x="1394987" y="1370411"/>
            <a:ext cx="7710466" cy="404654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scene3d>
            <a:camera prst="isometricTopUp">
              <a:rot lat="19476224" lon="18600000" rev="3609745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7628">
            <a:off x="4760893" y="672318"/>
            <a:ext cx="1760664" cy="1656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5FD4CC-48E0-40B9-B38B-F987B5A2F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984" y="650172"/>
            <a:ext cx="670393" cy="767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37CEB-212D-476F-B4C5-A3FE11E84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1115">
            <a:off x="2805248" y="2395653"/>
            <a:ext cx="3403494" cy="2412250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FF91F92C-1DF4-4F98-9198-1F2AE83D53C8}"/>
              </a:ext>
            </a:extLst>
          </p:cNvPr>
          <p:cNvSpPr/>
          <p:nvPr/>
        </p:nvSpPr>
        <p:spPr>
          <a:xfrm rot="16018599">
            <a:off x="5145511" y="921628"/>
            <a:ext cx="1211961" cy="385820"/>
          </a:xfrm>
          <a:prstGeom prst="rt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5FD4CC-48E0-40B9-B38B-F987B5A2F1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79" y="116524"/>
            <a:ext cx="657610" cy="670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C37CEB-212D-476F-B4C5-A3FE11E84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0397">
            <a:off x="4186651" y="1449851"/>
            <a:ext cx="3348889" cy="2365651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0FAB62-718E-46C0-B190-FA6A05C7B2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3092">
            <a:off x="6318822" y="1306284"/>
            <a:ext cx="2074103" cy="24084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A4C457-2FB8-4E01-82DB-52EA4C3798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1079" y1="48387" x2="51079" y2="48387"/>
                        <a14:foregroundMark x1="51079" y1="50538" x2="52518" y2="48387"/>
                        <a14:foregroundMark x1="55396" y1="45161" x2="51799" y2="49462"/>
                        <a14:backgroundMark x1="28058" y1="48387" x2="10072" y2="72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668901">
            <a:off x="5733784" y="1965287"/>
            <a:ext cx="625122" cy="2930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4206" flipH="1">
            <a:off x="4495018" y="3101785"/>
            <a:ext cx="601813" cy="348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38DB78-20EE-456C-96B0-A42594FA560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44729">
            <a:off x="3777260" y="3162597"/>
            <a:ext cx="1540508" cy="16288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A00BBC-4F29-4E6C-B316-7D931634B4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087" b="95217" l="9217" r="89862">
                        <a14:foregroundMark x1="54378" y1="11304" x2="72350" y2="10000"/>
                        <a14:foregroundMark x1="61290" y1="8696" x2="64055" y2="6087"/>
                        <a14:foregroundMark x1="26267" y1="87391" x2="42857" y2="90000"/>
                        <a14:foregroundMark x1="39171" y1="91304" x2="40092" y2="952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82423">
            <a:off x="2535421" y="3059118"/>
            <a:ext cx="549908" cy="4989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6100">
            <a:off x="2514096" y="3034528"/>
            <a:ext cx="1560305" cy="11239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4C3176-383A-4708-8A6B-61E7DE836D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6515">
            <a:off x="2277361" y="2772220"/>
            <a:ext cx="791932" cy="15465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D9214B-70E4-4634-9232-BE71225D7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70" b="94253" l="9633" r="89908">
                        <a14:foregroundMark x1="32110" y1="87931" x2="45872" y2="87931"/>
                        <a14:foregroundMark x1="38532" y1="94253" x2="41743" y2="94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0083" y="3802523"/>
            <a:ext cx="409274" cy="3266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D9214B-70E4-4634-9232-BE71225D7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70" b="94253" l="9633" r="89908">
                        <a14:foregroundMark x1="32110" y1="87931" x2="45872" y2="87931"/>
                        <a14:foregroundMark x1="38532" y1="94253" x2="41743" y2="94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3677" y="3864106"/>
            <a:ext cx="407261" cy="3250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D9214B-70E4-4634-9232-BE71225D7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70" b="94253" l="9633" r="89908">
                        <a14:foregroundMark x1="32110" y1="87931" x2="45872" y2="87931"/>
                        <a14:foregroundMark x1="38532" y1="94253" x2="41743" y2="94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1819" y="4003851"/>
            <a:ext cx="355443" cy="28370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953" y="3524302"/>
            <a:ext cx="791263" cy="78432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0987">
            <a:off x="3233614" y="1744019"/>
            <a:ext cx="2235956" cy="1708526"/>
          </a:xfrm>
          <a:prstGeom prst="rect">
            <a:avLst/>
          </a:prstGeom>
        </p:spPr>
      </p:pic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FF91F92C-1DF4-4F98-9198-1F2AE83D53C8}"/>
              </a:ext>
            </a:extLst>
          </p:cNvPr>
          <p:cNvSpPr/>
          <p:nvPr/>
        </p:nvSpPr>
        <p:spPr>
          <a:xfrm rot="15961797" flipV="1">
            <a:off x="3542401" y="1679025"/>
            <a:ext cx="1566001" cy="544245"/>
          </a:xfrm>
          <a:prstGeom prst="rt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8636">
            <a:off x="4797954" y="2278594"/>
            <a:ext cx="2225715" cy="2290275"/>
          </a:xfrm>
          <a:prstGeom prst="rect">
            <a:avLst/>
          </a:prstGeom>
        </p:spPr>
      </p:pic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FF91F92C-1DF4-4F98-9198-1F2AE83D53C8}"/>
              </a:ext>
            </a:extLst>
          </p:cNvPr>
          <p:cNvSpPr/>
          <p:nvPr/>
        </p:nvSpPr>
        <p:spPr>
          <a:xfrm rot="16200000">
            <a:off x="5311269" y="2729801"/>
            <a:ext cx="1175539" cy="381450"/>
          </a:xfrm>
          <a:prstGeom prst="rtTriangle">
            <a:avLst/>
          </a:prstGeom>
          <a:solidFill>
            <a:schemeClr val="accent5">
              <a:alpha val="5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B5FD4CC-48E0-40B9-B38B-F987B5A2F14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883" y="1990509"/>
            <a:ext cx="729504" cy="7295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FA4C457-2FB8-4E01-82DB-52EA4C3798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1079" y1="48387" x2="51079" y2="48387"/>
                        <a14:foregroundMark x1="51079" y1="50538" x2="52518" y2="48387"/>
                        <a14:foregroundMark x1="55396" y1="45161" x2="51799" y2="49462"/>
                        <a14:backgroundMark x1="28058" y1="48387" x2="10072" y2="72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668901">
            <a:off x="6074150" y="1720144"/>
            <a:ext cx="625122" cy="2930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5FD4CC-48E0-40B9-B38B-F987B5A2F14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475" y="618963"/>
            <a:ext cx="681062" cy="7217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D9214B-70E4-4634-9232-BE71225D7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770" b="94253" l="9633" r="89908">
                        <a14:foregroundMark x1="32110" y1="87931" x2="45872" y2="87931"/>
                        <a14:foregroundMark x1="38532" y1="94253" x2="41743" y2="94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0688" y="4113872"/>
            <a:ext cx="360575" cy="287799"/>
          </a:xfrm>
          <a:prstGeom prst="rect">
            <a:avLst/>
          </a:prstGeom>
        </p:spPr>
      </p:pic>
      <p:sp>
        <p:nvSpPr>
          <p:cNvPr id="30" name="Flowchart: Data 29">
            <a:extLst>
              <a:ext uri="{FF2B5EF4-FFF2-40B4-BE49-F238E27FC236}">
                <a16:creationId xmlns:a16="http://schemas.microsoft.com/office/drawing/2014/main" id="{8EFD308E-DC69-42F0-8921-CDDACA32B901}"/>
              </a:ext>
            </a:extLst>
          </p:cNvPr>
          <p:cNvSpPr/>
          <p:nvPr/>
        </p:nvSpPr>
        <p:spPr>
          <a:xfrm rot="19597719">
            <a:off x="2673516" y="3493740"/>
            <a:ext cx="166112" cy="45719"/>
          </a:xfrm>
          <a:prstGeom prst="flowChartInputOutpu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Data 30">
            <a:extLst>
              <a:ext uri="{FF2B5EF4-FFF2-40B4-BE49-F238E27FC236}">
                <a16:creationId xmlns:a16="http://schemas.microsoft.com/office/drawing/2014/main" id="{1DF881AF-3C94-421A-AF30-05958B0B6DC7}"/>
              </a:ext>
            </a:extLst>
          </p:cNvPr>
          <p:cNvSpPr/>
          <p:nvPr/>
        </p:nvSpPr>
        <p:spPr>
          <a:xfrm rot="19907729">
            <a:off x="2806503" y="3343222"/>
            <a:ext cx="151387" cy="65024"/>
          </a:xfrm>
          <a:prstGeom prst="flowChartInputOutpu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2" name="Flowchart: Data 31">
            <a:extLst>
              <a:ext uri="{FF2B5EF4-FFF2-40B4-BE49-F238E27FC236}">
                <a16:creationId xmlns:a16="http://schemas.microsoft.com/office/drawing/2014/main" id="{3B8C3A3F-09D4-4C2C-A032-3CDDFE263ACC}"/>
              </a:ext>
            </a:extLst>
          </p:cNvPr>
          <p:cNvSpPr/>
          <p:nvPr/>
        </p:nvSpPr>
        <p:spPr>
          <a:xfrm rot="19782739">
            <a:off x="2806004" y="3412317"/>
            <a:ext cx="156346" cy="45719"/>
          </a:xfrm>
          <a:prstGeom prst="flowChartInputOutpu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Data 32">
            <a:extLst>
              <a:ext uri="{FF2B5EF4-FFF2-40B4-BE49-F238E27FC236}">
                <a16:creationId xmlns:a16="http://schemas.microsoft.com/office/drawing/2014/main" id="{62CFA5FE-EC49-41B5-A354-6C00CCB531DA}"/>
              </a:ext>
            </a:extLst>
          </p:cNvPr>
          <p:cNvSpPr/>
          <p:nvPr/>
        </p:nvSpPr>
        <p:spPr>
          <a:xfrm rot="19777398">
            <a:off x="2673796" y="3418227"/>
            <a:ext cx="163292" cy="49952"/>
          </a:xfrm>
          <a:prstGeom prst="flowChartInputOutpu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107" y="4576711"/>
            <a:ext cx="657817" cy="493533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H="1" flipV="1">
            <a:off x="2904439" y="3416247"/>
            <a:ext cx="1532681" cy="1306353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V="1">
            <a:off x="2912234" y="541597"/>
            <a:ext cx="3017604" cy="288760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H="1" flipV="1">
            <a:off x="2729392" y="3522925"/>
            <a:ext cx="1721584" cy="1227741"/>
          </a:xfrm>
          <a:prstGeom prst="straightConnector1">
            <a:avLst/>
          </a:prstGeom>
          <a:ln w="222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V="1">
            <a:off x="2766905" y="1151185"/>
            <a:ext cx="1161707" cy="2365417"/>
          </a:xfrm>
          <a:prstGeom prst="straightConnector1">
            <a:avLst/>
          </a:prstGeom>
          <a:ln w="222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V="1">
            <a:off x="4461410" y="3764395"/>
            <a:ext cx="259326" cy="979348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H="1" flipV="1">
            <a:off x="4266254" y="3864106"/>
            <a:ext cx="178747" cy="866644"/>
          </a:xfrm>
          <a:prstGeom prst="straightConnector1">
            <a:avLst/>
          </a:prstGeom>
          <a:ln w="2222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21">
            <a:extLst>
              <a:ext uri="{FF2B5EF4-FFF2-40B4-BE49-F238E27FC236}">
                <a16:creationId xmlns:a16="http://schemas.microsoft.com/office/drawing/2014/main" id="{7D5C7A61-455E-4055-8F4E-00137ED65341}"/>
              </a:ext>
            </a:extLst>
          </p:cNvPr>
          <p:cNvSpPr/>
          <p:nvPr/>
        </p:nvSpPr>
        <p:spPr>
          <a:xfrm>
            <a:off x="4481679" y="4095489"/>
            <a:ext cx="219332" cy="17675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  <a:endCxn id="33" idx="1"/>
          </p:cNvCxnSpPr>
          <p:nvPr/>
        </p:nvCxnSpPr>
        <p:spPr>
          <a:xfrm flipH="1" flipV="1">
            <a:off x="2742812" y="3421656"/>
            <a:ext cx="1705576" cy="1308277"/>
          </a:xfrm>
          <a:prstGeom prst="straightConnector1">
            <a:avLst/>
          </a:prstGeom>
          <a:ln w="222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2753985" y="2505380"/>
            <a:ext cx="3224756" cy="967628"/>
          </a:xfrm>
          <a:prstGeom prst="straightConnector1">
            <a:avLst/>
          </a:prstGeom>
          <a:ln w="222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Multiplication Sign 21">
            <a:extLst>
              <a:ext uri="{FF2B5EF4-FFF2-40B4-BE49-F238E27FC236}">
                <a16:creationId xmlns:a16="http://schemas.microsoft.com/office/drawing/2014/main" id="{7D5C7A61-455E-4055-8F4E-00137ED65341}"/>
              </a:ext>
            </a:extLst>
          </p:cNvPr>
          <p:cNvSpPr/>
          <p:nvPr/>
        </p:nvSpPr>
        <p:spPr>
          <a:xfrm>
            <a:off x="4227756" y="4052326"/>
            <a:ext cx="219332" cy="176756"/>
          </a:xfrm>
          <a:prstGeom prst="mathMultiply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7014310" y="2106237"/>
            <a:ext cx="415516" cy="177232"/>
          </a:xfrm>
          <a:prstGeom prst="ellipse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FF91F92C-1DF4-4F98-9198-1F2AE83D53C8}"/>
              </a:ext>
            </a:extLst>
          </p:cNvPr>
          <p:cNvSpPr/>
          <p:nvPr/>
        </p:nvSpPr>
        <p:spPr>
          <a:xfrm rot="16599402" flipV="1">
            <a:off x="6730243" y="1433409"/>
            <a:ext cx="1123416" cy="336737"/>
          </a:xfrm>
          <a:prstGeom prst="rtTriangle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  <a:endCxn id="31" idx="0"/>
          </p:cNvCxnSpPr>
          <p:nvPr/>
        </p:nvCxnSpPr>
        <p:spPr>
          <a:xfrm flipH="1" flipV="1">
            <a:off x="2880172" y="3339928"/>
            <a:ext cx="1582089" cy="1377265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CCFF597-5446-48D3-8A0F-09E508F60774}"/>
              </a:ext>
            </a:extLst>
          </p:cNvPr>
          <p:cNvCxnSpPr>
            <a:cxnSpLocks/>
          </p:cNvCxnSpPr>
          <p:nvPr/>
        </p:nvCxnSpPr>
        <p:spPr>
          <a:xfrm flipV="1">
            <a:off x="2900152" y="1067650"/>
            <a:ext cx="4206371" cy="230309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DB96344-9420-4E43-BE2E-A824D963EF7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4305" y="2217142"/>
            <a:ext cx="381141" cy="48656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2B9A25F-3417-4DFD-9498-443879E1B931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35" y="1866394"/>
            <a:ext cx="820487" cy="683990"/>
          </a:xfrm>
          <a:prstGeom prst="rect">
            <a:avLst/>
          </a:prstGeom>
        </p:spPr>
      </p:pic>
      <p:sp>
        <p:nvSpPr>
          <p:cNvPr id="51" name="Oval 50"/>
          <p:cNvSpPr/>
          <p:nvPr/>
        </p:nvSpPr>
        <p:spPr>
          <a:xfrm>
            <a:off x="4103775" y="2625680"/>
            <a:ext cx="510077" cy="23538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5478184" y="1619237"/>
            <a:ext cx="546613" cy="216190"/>
          </a:xfrm>
          <a:prstGeom prst="ellipse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707119" y="3318771"/>
            <a:ext cx="445565" cy="202406"/>
          </a:xfrm>
          <a:prstGeom prst="ellipse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1593528" y="2792244"/>
            <a:ext cx="576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OIRS</a:t>
            </a:r>
            <a:endParaRPr lang="en-US" sz="1600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2082557" y="3038073"/>
            <a:ext cx="596594" cy="4215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424467" y="5013531"/>
            <a:ext cx="2247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Multiple sources installed-GS</a:t>
            </a:r>
            <a:endParaRPr lang="en-US" sz="1600" dirty="0">
              <a:cs typeface="Arial" panose="020B06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8B8B3EE-90FD-42B1-B2FF-0CC38F88E7A0}"/>
              </a:ext>
            </a:extLst>
          </p:cNvPr>
          <p:cNvCxnSpPr>
            <a:cxnSpLocks/>
          </p:cNvCxnSpPr>
          <p:nvPr/>
        </p:nvCxnSpPr>
        <p:spPr>
          <a:xfrm>
            <a:off x="7008011" y="5070244"/>
            <a:ext cx="843629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06653AB-506F-455C-AA1B-5BFF021D20BB}"/>
              </a:ext>
            </a:extLst>
          </p:cNvPr>
          <p:cNvCxnSpPr>
            <a:cxnSpLocks/>
          </p:cNvCxnSpPr>
          <p:nvPr/>
        </p:nvCxnSpPr>
        <p:spPr>
          <a:xfrm>
            <a:off x="6992123" y="5415665"/>
            <a:ext cx="990213" cy="2936"/>
          </a:xfrm>
          <a:prstGeom prst="line">
            <a:avLst/>
          </a:prstGeom>
          <a:ln w="444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71552" y="4885578"/>
            <a:ext cx="920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LOS link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871552" y="521345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Block link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801029" y="10625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RF link</a:t>
            </a:r>
            <a:endParaRPr lang="en-US" dirty="0"/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7367492" y="1375632"/>
            <a:ext cx="484148" cy="358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86607" y="1595753"/>
            <a:ext cx="929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FSO link</a:t>
            </a:r>
            <a:endParaRPr lang="en-US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2922610" y="1953590"/>
            <a:ext cx="526507" cy="141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891790" y="1940033"/>
            <a:ext cx="669101" cy="7479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827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361" y="1695165"/>
            <a:ext cx="2468137" cy="2552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370" y="1494098"/>
            <a:ext cx="2163639" cy="2966629"/>
          </a:xfrm>
          <a:prstGeom prst="rect">
            <a:avLst/>
          </a:prstGeom>
        </p:spPr>
      </p:pic>
      <p:sp>
        <p:nvSpPr>
          <p:cNvPr id="6" name="Flowchart: Data 5">
            <a:extLst>
              <a:ext uri="{FF2B5EF4-FFF2-40B4-BE49-F238E27FC236}">
                <a16:creationId xmlns:a16="http://schemas.microsoft.com/office/drawing/2014/main" id="{8EFD308E-DC69-42F0-8921-CDDACA32B901}"/>
              </a:ext>
            </a:extLst>
          </p:cNvPr>
          <p:cNvSpPr/>
          <p:nvPr/>
        </p:nvSpPr>
        <p:spPr>
          <a:xfrm rot="9012825">
            <a:off x="3727921" y="2647909"/>
            <a:ext cx="281908" cy="90095"/>
          </a:xfrm>
          <a:prstGeom prst="flowChartInputOutpu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8EFD308E-DC69-42F0-8921-CDDACA32B901}"/>
              </a:ext>
            </a:extLst>
          </p:cNvPr>
          <p:cNvSpPr/>
          <p:nvPr/>
        </p:nvSpPr>
        <p:spPr>
          <a:xfrm rot="9115594">
            <a:off x="3944892" y="2548997"/>
            <a:ext cx="283848" cy="100385"/>
          </a:xfrm>
          <a:prstGeom prst="flowChartInputOutpu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EFD308E-DC69-42F0-8921-CDDACA32B901}"/>
              </a:ext>
            </a:extLst>
          </p:cNvPr>
          <p:cNvSpPr/>
          <p:nvPr/>
        </p:nvSpPr>
        <p:spPr>
          <a:xfrm rot="20013255">
            <a:off x="3941066" y="2675594"/>
            <a:ext cx="293377" cy="110498"/>
          </a:xfrm>
          <a:prstGeom prst="flowChartInputOutpu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8EFD308E-DC69-42F0-8921-CDDACA32B901}"/>
              </a:ext>
            </a:extLst>
          </p:cNvPr>
          <p:cNvSpPr/>
          <p:nvPr/>
        </p:nvSpPr>
        <p:spPr>
          <a:xfrm rot="20013255">
            <a:off x="3718183" y="2777443"/>
            <a:ext cx="293377" cy="113764"/>
          </a:xfrm>
          <a:prstGeom prst="flowChartInputOutpu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FD4CC-48E0-40B9-B38B-F987B5A2F1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732" y="425703"/>
            <a:ext cx="967349" cy="96734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665096" y="3598115"/>
            <a:ext cx="2624577" cy="773199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6" y="3468339"/>
            <a:ext cx="378808" cy="5352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023681" y="1437070"/>
                <a:ext cx="505779" cy="3844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81" y="1437070"/>
                <a:ext cx="505779" cy="384464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 flipH="1">
            <a:off x="4254602" y="1169650"/>
            <a:ext cx="4837841" cy="1441651"/>
          </a:xfrm>
          <a:prstGeom prst="line">
            <a:avLst/>
          </a:prstGeom>
          <a:ln cap="flat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99630" y="1061081"/>
            <a:ext cx="68430" cy="2923633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918569" y="1126962"/>
            <a:ext cx="914410" cy="279777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8930854" y="3938808"/>
            <a:ext cx="904900" cy="2051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756275" y="2661077"/>
            <a:ext cx="431597" cy="11989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9148356" y="1256861"/>
            <a:ext cx="416889" cy="984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448276" y="2219655"/>
                <a:ext cx="523798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276" y="2219655"/>
                <a:ext cx="523798" cy="391646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V="1">
            <a:off x="4243699" y="1126963"/>
            <a:ext cx="4569261" cy="13570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254602" y="3970409"/>
            <a:ext cx="4737178" cy="4268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/>
          <p:cNvSpPr/>
          <p:nvPr/>
        </p:nvSpPr>
        <p:spPr>
          <a:xfrm rot="16043504">
            <a:off x="9619981" y="3669235"/>
            <a:ext cx="487697" cy="451495"/>
          </a:xfrm>
          <a:prstGeom prst="arc">
            <a:avLst>
              <a:gd name="adj1" fmla="val 15807906"/>
              <a:gd name="adj2" fmla="val 197174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9276853" y="3550384"/>
                <a:ext cx="35716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53" y="3550384"/>
                <a:ext cx="357160" cy="391646"/>
              </a:xfrm>
              <a:prstGeom prst="rect">
                <a:avLst/>
              </a:prstGeom>
              <a:blipFill>
                <a:blip r:embed="rId8"/>
                <a:stretch>
                  <a:fillRect r="-2241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8793068" y="1143711"/>
            <a:ext cx="19892" cy="280535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735208" y="2216255"/>
                <a:ext cx="1079526" cy="3764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h(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208" y="2216255"/>
                <a:ext cx="1079526" cy="376450"/>
              </a:xfrm>
              <a:prstGeom prst="rect">
                <a:avLst/>
              </a:prstGeom>
              <a:blipFill>
                <a:blip r:embed="rId9"/>
                <a:stretch>
                  <a:fillRect l="-5085" t="-9836" r="-22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H="1" flipV="1">
            <a:off x="4289969" y="2637240"/>
            <a:ext cx="1786" cy="134747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256258" y="3104969"/>
                <a:ext cx="482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258" y="3104969"/>
                <a:ext cx="4824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H="1">
            <a:off x="10052201" y="3746207"/>
            <a:ext cx="326712" cy="178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9083080" y="460899"/>
                <a:ext cx="730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𝑈𝐴𝑉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080" y="460899"/>
                <a:ext cx="730392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0325619" y="3625688"/>
                <a:ext cx="652679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5619" y="3625688"/>
                <a:ext cx="652679" cy="391646"/>
              </a:xfrm>
              <a:prstGeom prst="rect">
                <a:avLst/>
              </a:prstGeom>
              <a:blipFill>
                <a:blip r:embed="rId1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4173422" y="1721286"/>
            <a:ext cx="276045" cy="780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66465" y="1379919"/>
            <a:ext cx="715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OIRS</a:t>
            </a:r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5BBFAA-530D-1C95-92AC-336292AB7238}"/>
              </a:ext>
            </a:extLst>
          </p:cNvPr>
          <p:cNvCxnSpPr/>
          <p:nvPr/>
        </p:nvCxnSpPr>
        <p:spPr>
          <a:xfrm>
            <a:off x="6276570" y="4807169"/>
            <a:ext cx="0" cy="32363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reeform: Shape 61">
            <a:extLst>
              <a:ext uri="{FF2B5EF4-FFF2-40B4-BE49-F238E27FC236}">
                <a16:creationId xmlns:a16="http://schemas.microsoft.com/office/drawing/2014/main" id="{6CF1A983-F93A-14FA-0579-888E58175DB7}"/>
              </a:ext>
            </a:extLst>
          </p:cNvPr>
          <p:cNvSpPr/>
          <p:nvPr/>
        </p:nvSpPr>
        <p:spPr>
          <a:xfrm rot="6828226">
            <a:off x="5696382" y="4357523"/>
            <a:ext cx="572129" cy="623702"/>
          </a:xfrm>
          <a:custGeom>
            <a:avLst/>
            <a:gdLst>
              <a:gd name="connsiteX0" fmla="*/ 781624 w 1819772"/>
              <a:gd name="connsiteY0" fmla="*/ 16665 h 1907235"/>
              <a:gd name="connsiteX1" fmla="*/ 680528 w 1819772"/>
              <a:gd name="connsiteY1" fmla="*/ 64007 h 1907235"/>
              <a:gd name="connsiteX2" fmla="*/ 490754 w 1819772"/>
              <a:gd name="connsiteY2" fmla="*/ 429203 h 1907235"/>
              <a:gd name="connsiteX3" fmla="*/ 490752 w 1819772"/>
              <a:gd name="connsiteY3" fmla="*/ 429203 h 1907235"/>
              <a:gd name="connsiteX4" fmla="*/ 680526 w 1819772"/>
              <a:gd name="connsiteY4" fmla="*/ 64007 h 1907235"/>
              <a:gd name="connsiteX5" fmla="*/ 781623 w 1819772"/>
              <a:gd name="connsiteY5" fmla="*/ 16665 h 1907235"/>
              <a:gd name="connsiteX6" fmla="*/ 878435 w 1819772"/>
              <a:gd name="connsiteY6" fmla="*/ 1669 h 1907235"/>
              <a:gd name="connsiteX7" fmla="*/ 781624 w 1819772"/>
              <a:gd name="connsiteY7" fmla="*/ 16665 h 1907235"/>
              <a:gd name="connsiteX8" fmla="*/ 781625 w 1819772"/>
              <a:gd name="connsiteY8" fmla="*/ 16664 h 1907235"/>
              <a:gd name="connsiteX9" fmla="*/ 862046 w 1819772"/>
              <a:gd name="connsiteY9" fmla="*/ 1286 h 1907235"/>
              <a:gd name="connsiteX10" fmla="*/ 907159 w 1819772"/>
              <a:gd name="connsiteY10" fmla="*/ 2342 h 1907235"/>
              <a:gd name="connsiteX11" fmla="*/ 878435 w 1819772"/>
              <a:gd name="connsiteY11" fmla="*/ 1669 h 1907235"/>
              <a:gd name="connsiteX12" fmla="*/ 889213 w 1819772"/>
              <a:gd name="connsiteY12" fmla="*/ 0 h 1907235"/>
              <a:gd name="connsiteX13" fmla="*/ 978913 w 1819772"/>
              <a:gd name="connsiteY13" fmla="*/ 11708 h 1907235"/>
              <a:gd name="connsiteX14" fmla="*/ 907159 w 1819772"/>
              <a:gd name="connsiteY14" fmla="*/ 2342 h 1907235"/>
              <a:gd name="connsiteX15" fmla="*/ 943520 w 1819772"/>
              <a:gd name="connsiteY15" fmla="*/ 3194 h 1907235"/>
              <a:gd name="connsiteX16" fmla="*/ 803394 w 1819772"/>
              <a:gd name="connsiteY16" fmla="*/ 334310 h 1907235"/>
              <a:gd name="connsiteX17" fmla="*/ 692065 w 1819772"/>
              <a:gd name="connsiteY17" fmla="*/ 354431 h 1907235"/>
              <a:gd name="connsiteX18" fmla="*/ 341386 w 1819772"/>
              <a:gd name="connsiteY18" fmla="*/ 535932 h 1907235"/>
              <a:gd name="connsiteX19" fmla="*/ 14783 w 1819772"/>
              <a:gd name="connsiteY19" fmla="*/ 1452314 h 1907235"/>
              <a:gd name="connsiteX20" fmla="*/ 14782 w 1819772"/>
              <a:gd name="connsiteY20" fmla="*/ 1452314 h 1907235"/>
              <a:gd name="connsiteX21" fmla="*/ 341385 w 1819772"/>
              <a:gd name="connsiteY21" fmla="*/ 535932 h 1907235"/>
              <a:gd name="connsiteX22" fmla="*/ 692064 w 1819772"/>
              <a:gd name="connsiteY22" fmla="*/ 354430 h 1907235"/>
              <a:gd name="connsiteX23" fmla="*/ 1014423 w 1819772"/>
              <a:gd name="connsiteY23" fmla="*/ 20250 h 1907235"/>
              <a:gd name="connsiteX24" fmla="*/ 978913 w 1819772"/>
              <a:gd name="connsiteY24" fmla="*/ 11708 h 1907235"/>
              <a:gd name="connsiteX25" fmla="*/ 997137 w 1819772"/>
              <a:gd name="connsiteY25" fmla="*/ 14086 h 1907235"/>
              <a:gd name="connsiteX26" fmla="*/ 1031756 w 1819772"/>
              <a:gd name="connsiteY26" fmla="*/ 26430 h 1907235"/>
              <a:gd name="connsiteX27" fmla="*/ 1014423 w 1819772"/>
              <a:gd name="connsiteY27" fmla="*/ 20250 h 1907235"/>
              <a:gd name="connsiteX28" fmla="*/ 1023450 w 1819772"/>
              <a:gd name="connsiteY28" fmla="*/ 22421 h 1907235"/>
              <a:gd name="connsiteX29" fmla="*/ 1099204 w 1819772"/>
              <a:gd name="connsiteY29" fmla="*/ 58981 h 1907235"/>
              <a:gd name="connsiteX30" fmla="*/ 1031756 w 1819772"/>
              <a:gd name="connsiteY30" fmla="*/ 26430 h 1907235"/>
              <a:gd name="connsiteX31" fmla="*/ 1049300 w 1819772"/>
              <a:gd name="connsiteY31" fmla="*/ 32685 h 1907235"/>
              <a:gd name="connsiteX32" fmla="*/ 1819772 w 1819772"/>
              <a:gd name="connsiteY32" fmla="*/ 1275264 h 1907235"/>
              <a:gd name="connsiteX33" fmla="*/ 1819771 w 1819772"/>
              <a:gd name="connsiteY33" fmla="*/ 1275264 h 1907235"/>
              <a:gd name="connsiteX34" fmla="*/ 1326434 w 1819772"/>
              <a:gd name="connsiteY34" fmla="*/ 432567 h 1907235"/>
              <a:gd name="connsiteX35" fmla="*/ 1296793 w 1819772"/>
              <a:gd name="connsiteY35" fmla="*/ 419330 h 1907235"/>
              <a:gd name="connsiteX36" fmla="*/ 1296909 w 1819772"/>
              <a:gd name="connsiteY36" fmla="*/ 420217 h 1907235"/>
              <a:gd name="connsiteX37" fmla="*/ 1296907 w 1819772"/>
              <a:gd name="connsiteY37" fmla="*/ 420217 h 1907235"/>
              <a:gd name="connsiteX38" fmla="*/ 1296791 w 1819772"/>
              <a:gd name="connsiteY38" fmla="*/ 419329 h 1907235"/>
              <a:gd name="connsiteX39" fmla="*/ 1203997 w 1819772"/>
              <a:gd name="connsiteY39" fmla="*/ 377887 h 1907235"/>
              <a:gd name="connsiteX40" fmla="*/ 819335 w 1819772"/>
              <a:gd name="connsiteY40" fmla="*/ 331429 h 1907235"/>
              <a:gd name="connsiteX41" fmla="*/ 803394 w 1819772"/>
              <a:gd name="connsiteY41" fmla="*/ 334310 h 1907235"/>
              <a:gd name="connsiteX42" fmla="*/ 819336 w 1819772"/>
              <a:gd name="connsiteY42" fmla="*/ 331428 h 1907235"/>
              <a:gd name="connsiteX43" fmla="*/ 1203998 w 1819772"/>
              <a:gd name="connsiteY43" fmla="*/ 377887 h 1907235"/>
              <a:gd name="connsiteX44" fmla="*/ 1296791 w 1819772"/>
              <a:gd name="connsiteY44" fmla="*/ 419328 h 1907235"/>
              <a:gd name="connsiteX45" fmla="*/ 1282780 w 1819772"/>
              <a:gd name="connsiteY45" fmla="*/ 311786 h 1907235"/>
              <a:gd name="connsiteX46" fmla="*/ 1099237 w 1819772"/>
              <a:gd name="connsiteY46" fmla="*/ 58998 h 1907235"/>
              <a:gd name="connsiteX47" fmla="*/ 1099204 w 1819772"/>
              <a:gd name="connsiteY47" fmla="*/ 58981 h 1907235"/>
              <a:gd name="connsiteX48" fmla="*/ 1099239 w 1819772"/>
              <a:gd name="connsiteY48" fmla="*/ 58998 h 1907235"/>
              <a:gd name="connsiteX49" fmla="*/ 1282782 w 1819772"/>
              <a:gd name="connsiteY49" fmla="*/ 311786 h 1907235"/>
              <a:gd name="connsiteX50" fmla="*/ 1296793 w 1819772"/>
              <a:gd name="connsiteY50" fmla="*/ 419329 h 1907235"/>
              <a:gd name="connsiteX51" fmla="*/ 1326435 w 1819772"/>
              <a:gd name="connsiteY51" fmla="*/ 432567 h 1907235"/>
              <a:gd name="connsiteX52" fmla="*/ 1819772 w 1819772"/>
              <a:gd name="connsiteY52" fmla="*/ 1275264 h 1907235"/>
              <a:gd name="connsiteX53" fmla="*/ 1737467 w 1819772"/>
              <a:gd name="connsiteY53" fmla="*/ 1525481 h 1907235"/>
              <a:gd name="connsiteX54" fmla="*/ 977413 w 1819772"/>
              <a:gd name="connsiteY54" fmla="*/ 1898605 h 1907235"/>
              <a:gd name="connsiteX55" fmla="*/ 18281 w 1819772"/>
              <a:gd name="connsiteY55" fmla="*/ 1446263 h 1907235"/>
              <a:gd name="connsiteX56" fmla="*/ 858616 w 1819772"/>
              <a:gd name="connsiteY56" fmla="*/ 799438 h 1907235"/>
              <a:gd name="connsiteX57" fmla="*/ 1817748 w 1819772"/>
              <a:gd name="connsiteY57" fmla="*/ 1251780 h 1907235"/>
              <a:gd name="connsiteX58" fmla="*/ 1737467 w 1819772"/>
              <a:gd name="connsiteY58" fmla="*/ 1525481 h 1907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819772" h="1907235">
                <a:moveTo>
                  <a:pt x="781624" y="16665"/>
                </a:moveTo>
                <a:lnTo>
                  <a:pt x="680528" y="64007"/>
                </a:lnTo>
                <a:cubicBezTo>
                  <a:pt x="560619" y="142433"/>
                  <a:pt x="488616" y="280995"/>
                  <a:pt x="490754" y="429203"/>
                </a:cubicBezTo>
                <a:lnTo>
                  <a:pt x="490752" y="429203"/>
                </a:lnTo>
                <a:cubicBezTo>
                  <a:pt x="488614" y="280995"/>
                  <a:pt x="560617" y="142434"/>
                  <a:pt x="680526" y="64007"/>
                </a:cubicBezTo>
                <a:cubicBezTo>
                  <a:pt x="712459" y="43122"/>
                  <a:pt x="746500" y="27337"/>
                  <a:pt x="781623" y="16665"/>
                </a:cubicBezTo>
                <a:close/>
                <a:moveTo>
                  <a:pt x="878435" y="1669"/>
                </a:moveTo>
                <a:lnTo>
                  <a:pt x="781624" y="16665"/>
                </a:lnTo>
                <a:lnTo>
                  <a:pt x="781625" y="16664"/>
                </a:lnTo>
                <a:cubicBezTo>
                  <a:pt x="807968" y="8660"/>
                  <a:pt x="834919" y="3532"/>
                  <a:pt x="862046" y="1286"/>
                </a:cubicBezTo>
                <a:close/>
                <a:moveTo>
                  <a:pt x="907159" y="2342"/>
                </a:moveTo>
                <a:lnTo>
                  <a:pt x="878435" y="1669"/>
                </a:lnTo>
                <a:lnTo>
                  <a:pt x="889213" y="0"/>
                </a:lnTo>
                <a:close/>
                <a:moveTo>
                  <a:pt x="978913" y="11708"/>
                </a:moveTo>
                <a:lnTo>
                  <a:pt x="907159" y="2342"/>
                </a:lnTo>
                <a:lnTo>
                  <a:pt x="943520" y="3194"/>
                </a:lnTo>
                <a:close/>
                <a:moveTo>
                  <a:pt x="803394" y="334310"/>
                </a:moveTo>
                <a:lnTo>
                  <a:pt x="692065" y="354431"/>
                </a:lnTo>
                <a:cubicBezTo>
                  <a:pt x="566379" y="386913"/>
                  <a:pt x="446456" y="447732"/>
                  <a:pt x="341386" y="535932"/>
                </a:cubicBezTo>
                <a:cubicBezTo>
                  <a:pt x="80196" y="755187"/>
                  <a:pt x="-45228" y="1107101"/>
                  <a:pt x="14783" y="1452314"/>
                </a:cubicBezTo>
                <a:lnTo>
                  <a:pt x="14782" y="1452314"/>
                </a:lnTo>
                <a:cubicBezTo>
                  <a:pt x="-45228" y="1107101"/>
                  <a:pt x="80196" y="755187"/>
                  <a:pt x="341385" y="535932"/>
                </a:cubicBezTo>
                <a:cubicBezTo>
                  <a:pt x="446454" y="447732"/>
                  <a:pt x="566377" y="386913"/>
                  <a:pt x="692064" y="354430"/>
                </a:cubicBezTo>
                <a:close/>
                <a:moveTo>
                  <a:pt x="1014423" y="20250"/>
                </a:moveTo>
                <a:lnTo>
                  <a:pt x="978913" y="11708"/>
                </a:lnTo>
                <a:lnTo>
                  <a:pt x="997137" y="14086"/>
                </a:lnTo>
                <a:close/>
                <a:moveTo>
                  <a:pt x="1031756" y="26430"/>
                </a:moveTo>
                <a:lnTo>
                  <a:pt x="1014423" y="20250"/>
                </a:lnTo>
                <a:lnTo>
                  <a:pt x="1023450" y="22421"/>
                </a:lnTo>
                <a:close/>
                <a:moveTo>
                  <a:pt x="1099204" y="58981"/>
                </a:moveTo>
                <a:lnTo>
                  <a:pt x="1031756" y="26430"/>
                </a:lnTo>
                <a:lnTo>
                  <a:pt x="1049300" y="32685"/>
                </a:lnTo>
                <a:close/>
                <a:moveTo>
                  <a:pt x="1819772" y="1275264"/>
                </a:moveTo>
                <a:lnTo>
                  <a:pt x="1819771" y="1275264"/>
                </a:lnTo>
                <a:cubicBezTo>
                  <a:pt x="1817698" y="919935"/>
                  <a:pt x="1627609" y="595233"/>
                  <a:pt x="1326434" y="432567"/>
                </a:cubicBezTo>
                <a:lnTo>
                  <a:pt x="1296793" y="419330"/>
                </a:lnTo>
                <a:lnTo>
                  <a:pt x="1296909" y="420217"/>
                </a:lnTo>
                <a:lnTo>
                  <a:pt x="1296907" y="420217"/>
                </a:lnTo>
                <a:lnTo>
                  <a:pt x="1296791" y="419329"/>
                </a:lnTo>
                <a:lnTo>
                  <a:pt x="1203997" y="377887"/>
                </a:lnTo>
                <a:cubicBezTo>
                  <a:pt x="1079103" y="333111"/>
                  <a:pt x="947853" y="317943"/>
                  <a:pt x="819335" y="331429"/>
                </a:cubicBezTo>
                <a:lnTo>
                  <a:pt x="803394" y="334310"/>
                </a:lnTo>
                <a:lnTo>
                  <a:pt x="819336" y="331428"/>
                </a:lnTo>
                <a:cubicBezTo>
                  <a:pt x="947854" y="317943"/>
                  <a:pt x="1079105" y="333110"/>
                  <a:pt x="1203998" y="377887"/>
                </a:cubicBezTo>
                <a:lnTo>
                  <a:pt x="1296791" y="419328"/>
                </a:lnTo>
                <a:lnTo>
                  <a:pt x="1282780" y="311786"/>
                </a:lnTo>
                <a:cubicBezTo>
                  <a:pt x="1255605" y="207048"/>
                  <a:pt x="1190569" y="115741"/>
                  <a:pt x="1099237" y="58998"/>
                </a:cubicBezTo>
                <a:lnTo>
                  <a:pt x="1099204" y="58981"/>
                </a:lnTo>
                <a:lnTo>
                  <a:pt x="1099239" y="58998"/>
                </a:lnTo>
                <a:cubicBezTo>
                  <a:pt x="1190570" y="115741"/>
                  <a:pt x="1255606" y="207048"/>
                  <a:pt x="1282782" y="311786"/>
                </a:cubicBezTo>
                <a:lnTo>
                  <a:pt x="1296793" y="419329"/>
                </a:lnTo>
                <a:lnTo>
                  <a:pt x="1326435" y="432567"/>
                </a:lnTo>
                <a:cubicBezTo>
                  <a:pt x="1627610" y="595234"/>
                  <a:pt x="1817699" y="919935"/>
                  <a:pt x="1819772" y="1275264"/>
                </a:cubicBezTo>
                <a:close/>
                <a:moveTo>
                  <a:pt x="1737467" y="1525481"/>
                </a:moveTo>
                <a:cubicBezTo>
                  <a:pt x="1603623" y="1713266"/>
                  <a:pt x="1319038" y="1861683"/>
                  <a:pt x="977413" y="1898605"/>
                </a:cubicBezTo>
                <a:cubicBezTo>
                  <a:pt x="480503" y="1952310"/>
                  <a:pt x="51085" y="1749790"/>
                  <a:pt x="18281" y="1446263"/>
                </a:cubicBezTo>
                <a:cubicBezTo>
                  <a:pt x="-14524" y="1142737"/>
                  <a:pt x="361707" y="853143"/>
                  <a:pt x="858616" y="799438"/>
                </a:cubicBezTo>
                <a:cubicBezTo>
                  <a:pt x="1355526" y="745733"/>
                  <a:pt x="1784943" y="948254"/>
                  <a:pt x="1817748" y="1251780"/>
                </a:cubicBezTo>
                <a:cubicBezTo>
                  <a:pt x="1827999" y="1346632"/>
                  <a:pt x="1798306" y="1440124"/>
                  <a:pt x="1737467" y="1525481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370951-94F6-4FF8-D159-33D64CFA6154}"/>
              </a:ext>
            </a:extLst>
          </p:cNvPr>
          <p:cNvCxnSpPr>
            <a:cxnSpLocks/>
          </p:cNvCxnSpPr>
          <p:nvPr/>
        </p:nvCxnSpPr>
        <p:spPr>
          <a:xfrm>
            <a:off x="6107713" y="4861357"/>
            <a:ext cx="7337" cy="3964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CF6F7B24-9688-9210-E15A-53DFC9EBAFAE}"/>
              </a:ext>
            </a:extLst>
          </p:cNvPr>
          <p:cNvSpPr/>
          <p:nvPr/>
        </p:nvSpPr>
        <p:spPr>
          <a:xfrm>
            <a:off x="5821479" y="4394620"/>
            <a:ext cx="134149" cy="114582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7777AA-E02C-EFA9-EC62-53649A71654A}"/>
              </a:ext>
            </a:extLst>
          </p:cNvPr>
          <p:cNvSpPr/>
          <p:nvPr/>
        </p:nvSpPr>
        <p:spPr>
          <a:xfrm>
            <a:off x="5692619" y="4555547"/>
            <a:ext cx="133839" cy="113827"/>
          </a:xfrm>
          <a:prstGeom prst="ellipse">
            <a:avLst/>
          </a:prstGeom>
          <a:solidFill>
            <a:schemeClr val="accent6">
              <a:lumMod val="75000"/>
              <a:alpha val="7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1DC8B3-2A55-805D-6E2D-E9E88B732015}"/>
              </a:ext>
            </a:extLst>
          </p:cNvPr>
          <p:cNvSpPr/>
          <p:nvPr/>
        </p:nvSpPr>
        <p:spPr>
          <a:xfrm>
            <a:off x="5750937" y="4709298"/>
            <a:ext cx="144183" cy="130296"/>
          </a:xfrm>
          <a:prstGeom prst="ellipse">
            <a:avLst/>
          </a:prstGeom>
          <a:solidFill>
            <a:srgbClr val="7030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C94D00-58EE-BCDE-5998-088DC882E58B}"/>
              </a:ext>
            </a:extLst>
          </p:cNvPr>
          <p:cNvSpPr/>
          <p:nvPr/>
        </p:nvSpPr>
        <p:spPr>
          <a:xfrm>
            <a:off x="5882675" y="4552422"/>
            <a:ext cx="141006" cy="130934"/>
          </a:xfrm>
          <a:prstGeom prst="ellipse">
            <a:avLst/>
          </a:prstGeom>
          <a:solidFill>
            <a:srgbClr val="FFFF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373E5CFC-7D23-A99D-C98E-746FED98C51E}"/>
              </a:ext>
            </a:extLst>
          </p:cNvPr>
          <p:cNvSpPr/>
          <p:nvPr/>
        </p:nvSpPr>
        <p:spPr>
          <a:xfrm>
            <a:off x="5915526" y="5136403"/>
            <a:ext cx="587525" cy="235799"/>
          </a:xfrm>
          <a:prstGeom prst="flowChartMagneticDisk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E9994F7-FAD1-5674-E5DF-FD97F10F6003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4088241" y="2541544"/>
            <a:ext cx="1813598" cy="192935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9994F7-FAD1-5674-E5DF-FD97F10F6003}"/>
              </a:ext>
            </a:extLst>
          </p:cNvPr>
          <p:cNvCxnSpPr>
            <a:cxnSpLocks/>
            <a:stCxn id="7" idx="2"/>
          </p:cNvCxnSpPr>
          <p:nvPr/>
        </p:nvCxnSpPr>
        <p:spPr>
          <a:xfrm flipV="1">
            <a:off x="4186996" y="1194599"/>
            <a:ext cx="4634000" cy="135115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1827995-B0C3-36FA-4BCD-FDD108078566}"/>
              </a:ext>
            </a:extLst>
          </p:cNvPr>
          <p:cNvSpPr txBox="1"/>
          <p:nvPr/>
        </p:nvSpPr>
        <p:spPr>
          <a:xfrm>
            <a:off x="5347549" y="5397968"/>
            <a:ext cx="1723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installed-GS</a:t>
            </a:r>
          </a:p>
        </p:txBody>
      </p:sp>
    </p:spTree>
    <p:extLst>
      <p:ext uri="{BB962C8B-B14F-4D97-AF65-F5344CB8AC3E}">
        <p14:creationId xmlns:p14="http://schemas.microsoft.com/office/powerpoint/2010/main" val="210995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hdc</dc:creator>
  <cp:lastModifiedBy>hdc</cp:lastModifiedBy>
  <cp:revision>1</cp:revision>
  <dcterms:created xsi:type="dcterms:W3CDTF">2026-02-25T17:00:40Z</dcterms:created>
  <dcterms:modified xsi:type="dcterms:W3CDTF">2026-02-25T17:01:24Z</dcterms:modified>
</cp:coreProperties>
</file>